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github.com/amit-sharma-ds" TargetMode="Externa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274320"/>
            <a:ext cx="1645920" cy="164592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057400"/>
            <a:ext cx="7863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INTERNSHIP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7863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C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Mid-Term Presentation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Role: </a:t>
            </a:r>
            <a:r>
              <a:rPr lang="en-US" sz="1300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Mentor  &amp;  AI Creative Production Intern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B.Sc. Data Science &amp; AI (2023–2026)  |  AAFT, Noida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by: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Amit Sharma</a:t>
            </a:r>
            <a:r>
              <a:rPr lang="en-US" sz="1200" b="1" dirty="0">
                <a:solidFill>
                  <a:srgbClr val="E0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Supervisor: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Mr. Gaurav Kumar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Asian Academy of Film &amp; Television  ·  School of Data Science &amp;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594360" cy="59436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914400"/>
            <a:ext cx="19202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972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1719072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TuteDude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423160" y="914400"/>
            <a:ext cx="19202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9728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23160" y="1719072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GravEiens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0" y="914400"/>
            <a:ext cx="19202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9728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0" y="1719072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720840" y="914400"/>
            <a:ext cx="19202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097280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20840" y="1719072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&amp; LLM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1325880" y="2880360"/>
            <a:ext cx="192024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063240"/>
            <a:ext cx="548640" cy="5486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25880" y="3685032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3474720" y="2880360"/>
            <a:ext cx="192024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063240"/>
            <a:ext cx="548640" cy="5486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474720" y="3685032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5623560" y="2880360"/>
            <a:ext cx="192024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063240"/>
            <a:ext cx="548640" cy="5486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623560" y="3685032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594360" cy="59436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Roles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37160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Mentor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3000" y="1719072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Full-Time  |  TuteDude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075688"/>
            <a:ext cx="3566160" cy="182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19456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Creative Production Intern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2542032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Full-Time  |  GravEiens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0" y="822960"/>
            <a:ext cx="4297680" cy="4023360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572000" y="822960"/>
            <a:ext cx="429768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572000" y="822960"/>
            <a:ext cx="4297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Expertise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736592" y="149047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29200" y="1417320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Mentoring &amp; student evaluation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736592" y="199339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29200" y="1920240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content creation &amp; animation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736592" y="249631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0" y="2423160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Python, SQL &amp; Machine Learning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736592" y="299923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29200" y="2926080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&amp; Generative AI workflows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4736592" y="350215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0" y="3429000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animation for educational content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4736592" y="400507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29200" y="3931920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&amp; LLM tools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TuteDude Experience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594360" cy="59436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822960"/>
            <a:ext cx="3291840" cy="4023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9" name="Text 5"/>
          <p:cNvSpPr/>
          <p:nvPr/>
        </p:nvSpPr>
        <p:spPr>
          <a:xfrm>
            <a:off x="274320" y="28346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Mentor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4320" y="324612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 2025 – Present  |  Full-Time | 1+ Year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74320" y="365760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Consultant Agreement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749040" y="822960"/>
            <a:ext cx="5120640" cy="4023360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749040" y="822960"/>
            <a:ext cx="512064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49040" y="822960"/>
            <a:ext cx="5120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Responsibilities &amp; Impact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886200" y="132588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886200" y="1325880"/>
            <a:ext cx="109728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0" y="1371600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Evaluated assignments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114800" y="164592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Python, SQL, ML, NLP, Power BI, Tableau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886200" y="210312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886200" y="2103120"/>
            <a:ext cx="109728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0" y="2148840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1:1 Mentorship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114800" y="242316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Personalized guidance &amp; project support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886200" y="288036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86200" y="2880360"/>
            <a:ext cx="109728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114800" y="2926080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projects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114800" y="320040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students on industry-level use-cases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886200" y="365760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886200" y="3657600"/>
            <a:ext cx="109728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114800" y="3703320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feedback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114800" y="397764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student comprehension &amp; outcomes</a:t>
            </a:r>
            <a:endParaRPr lang="en-US" sz="11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935990"/>
            <a:ext cx="2920365" cy="1825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GravEiens Experience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594360" cy="59436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822960"/>
            <a:ext cx="3291840" cy="4023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288036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C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Creative Production-Intern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274320" y="329184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 2026 – Present  |  Full-Time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3749040"/>
            <a:ext cx="2834640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3749040"/>
            <a:ext cx="2834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15+ Videos Produced in 1 Month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49040" y="822960"/>
            <a:ext cx="5120640" cy="4023360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749040" y="822960"/>
            <a:ext cx="512064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49040" y="822960"/>
            <a:ext cx="5120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Responsibilities &amp; Workflow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886200" y="132588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17" name="Shape 13"/>
          <p:cNvSpPr/>
          <p:nvPr/>
        </p:nvSpPr>
        <p:spPr>
          <a:xfrm>
            <a:off x="3886200" y="1325880"/>
            <a:ext cx="109728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0" y="1371600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Educational Video Content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114800" y="164592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animated videos for S. Chand</a:t>
            </a:r>
            <a:endParaRPr lang="en-US" sz="1100" i="1" dirty="0">
              <a:solidFill>
                <a:srgbClr val="8A9B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886200" y="210312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886200" y="2103120"/>
            <a:ext cx="109728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0" y="2148840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Animation &amp; VFX Pipelines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114800" y="242316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production workflows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886200" y="288036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886200" y="2880360"/>
            <a:ext cx="109728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14800" y="2926080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S. Chand Book Animation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114800" y="320040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Animated content from curriculum textbooks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886200" y="365760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886200" y="3657600"/>
            <a:ext cx="109728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14800" y="3703320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Tools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114800" y="397764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Higgsfield, Gemini, Kling AI, Seedance, WAN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749040" y="4434840"/>
            <a:ext cx="512064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749040" y="4434840"/>
            <a:ext cx="5120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 → Prompt Engineering → AI Generation → Editing → Final Output</a:t>
            </a:r>
            <a:endParaRPr lang="en-US" sz="105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3610"/>
            <a:ext cx="3016885" cy="193484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520" y="2693035"/>
            <a:ext cx="153035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 Technologies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594360" cy="59436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822960"/>
            <a:ext cx="411480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822960"/>
            <a:ext cx="3429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Stack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11480" y="1417320"/>
            <a:ext cx="1828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141732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423160" y="1417320"/>
            <a:ext cx="1828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23160" y="141732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1480" y="2075688"/>
            <a:ext cx="1828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11480" y="207568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423160" y="2075688"/>
            <a:ext cx="1828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423160" y="207568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Tableau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11480" y="2734056"/>
            <a:ext cx="1828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" y="2734056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423160" y="2734056"/>
            <a:ext cx="1828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423160" y="2734056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11480" y="3392424"/>
            <a:ext cx="1828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11480" y="3392424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663440" y="822960"/>
            <a:ext cx="4206240" cy="4069080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63440" y="822960"/>
            <a:ext cx="42062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68680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30368" y="82296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Animation &amp; Production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4773168" y="1417320"/>
            <a:ext cx="1874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73168" y="141732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Higgsfield AI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784848" y="1417320"/>
            <a:ext cx="1874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784848" y="141732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4773168" y="2075688"/>
            <a:ext cx="1874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773168" y="2075688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 AI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6784848" y="2075688"/>
            <a:ext cx="1874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784848" y="2075688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Kling AI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4773168" y="2734056"/>
            <a:ext cx="1874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773168" y="2734056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Seedance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6784848" y="2734056"/>
            <a:ext cx="1874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784848" y="2734056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WAN Models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4773168" y="3392424"/>
            <a:ext cx="1874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773168" y="3392424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Wondershare Filmora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Projects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594360" cy="59436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822960"/>
            <a:ext cx="420624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965960" y="1005840"/>
            <a:ext cx="822960" cy="8229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1069848"/>
            <a:ext cx="603504" cy="6035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2011680"/>
            <a:ext cx="4206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Summarizer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7200" y="2606040"/>
            <a:ext cx="3840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Extracts key insights and summaries from large documents using AI, enabling quick comprehension of lengthy PDFs.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00600" y="822960"/>
            <a:ext cx="420624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92240" y="1005840"/>
            <a:ext cx="822960" cy="8229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069848"/>
            <a:ext cx="603504" cy="6035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0600" y="2011680"/>
            <a:ext cx="4206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YouTube Transcriber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983480" y="2606040"/>
            <a:ext cx="3840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YouTube video content into structured text transcripts, enabling searchable and analyzable content.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18" name="Shape 13"/>
          <p:cNvSpPr/>
          <p:nvPr/>
        </p:nvSpPr>
        <p:spPr>
          <a:xfrm>
            <a:off x="274320" y="4160520"/>
            <a:ext cx="109728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48640" y="416052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Repository: </a:t>
            </a: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 action="ppaction://hlinkfile">
                  <a:extLst>
                    <a:ext uri="{DAF060AB-1E55-43B9-8AAB-6FB025537F2F}">
                      <wpsdc:hlinkClr xmlns:wpsdc="http://www.wps.cn/officeDocument/2017/drawingmlCustomData" val="E0E6F0"/>
                      <wpsdc:folHlinkClr xmlns:wpsdc="http://www.wps.cn/officeDocument/2017/drawingmlCustomData" val="954F72"/>
                      <wpsdc:hlinkUnderline xmlns:wpsdc="http://www.wps.cn/officeDocument/2017/drawingmlCustomData" val="1"/>
                    </a:ext>
                  </a:extLst>
                </a:hlinkClick>
              </a:rPr>
              <a:t>https://github.com/amit-sharma-ds</a:t>
            </a:r>
            <a:endParaRPr lang="en-US" sz="1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hlinkClick r:id="rId4" action="ppaction://hlinkfile">
                <a:extLst>
                  <a:ext uri="{DAF060AB-1E55-43B9-8AAB-6FB025537F2F}">
                    <wpsdc:hlinkClr xmlns:wpsdc="http://www.wps.cn/officeDocument/2017/drawingmlCustomData" val="E0E6F0"/>
                    <wpsdc:folHlinkClr xmlns:wpsdc="http://www.wps.cn/officeDocument/2017/drawingmlCustomData" val="954F72"/>
                    <wpsdc:hlinkUnderline xmlns:wpsdc="http://www.wps.cn/officeDocument/2017/drawingmlCustomData" val="1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Work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594360" cy="59436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Official Documentation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261872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5760" y="1353312"/>
            <a:ext cx="3794760" cy="3200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4553712"/>
            <a:ext cx="397764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553712"/>
            <a:ext cx="3977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GravEiens Offer Letter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17720" y="1261872"/>
            <a:ext cx="42519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617720" y="4553712"/>
            <a:ext cx="425196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617720" y="4553712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TuteDude Consultant Agreement</a:t>
            </a:r>
            <a:endParaRPr lang="en-US" sz="1100" dirty="0"/>
          </a:p>
        </p:txBody>
      </p:sp>
      <p:pic>
        <p:nvPicPr>
          <p:cNvPr id="17" name="Picture 16" descr="Screenshot 2026-04-14 1512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440" y="1307465"/>
            <a:ext cx="3652520" cy="324040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310" y="2609215"/>
            <a:ext cx="193040" cy="76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380" y="3817620"/>
            <a:ext cx="556895" cy="1212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Developed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594360" cy="59436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777240"/>
            <a:ext cx="283464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164592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Skills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2212848"/>
            <a:ext cx="21031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23774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&amp; Analytics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292608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&amp; Deep Learning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347472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&amp; Text Processing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&amp; Tableau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46120" y="777240"/>
            <a:ext cx="2834640" cy="4114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91440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46120" y="164592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Skills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611880" y="2212848"/>
            <a:ext cx="21031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429000" y="23774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Workflows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429000" y="292608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429000" y="347472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Animation &amp; VFX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429000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Tools &amp; APIs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17920" y="777240"/>
            <a:ext cx="2834640" cy="4114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91440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17920" y="164592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 Skills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583680" y="2212848"/>
            <a:ext cx="21031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0" y="23774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Mentorship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0" y="292608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00800" y="347472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400800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Exposure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28600"/>
            <a:ext cx="1463040" cy="146304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78308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514600"/>
            <a:ext cx="6400800" cy="402336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71600" y="2514600"/>
            <a:ext cx="91440" cy="40233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54480" y="2514600"/>
            <a:ext cx="61264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experience in Data Science &amp; AI production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71600" y="2990088"/>
            <a:ext cx="6400800" cy="402336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1600" y="2990088"/>
            <a:ext cx="91440" cy="40233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54480" y="2990088"/>
            <a:ext cx="61264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 mentoring &amp; AI creative workflows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71600" y="3465576"/>
            <a:ext cx="6400800" cy="402336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3465576"/>
            <a:ext cx="91440" cy="40233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54480" y="3465576"/>
            <a:ext cx="61264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exposure to industry AI pipelines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71600" y="3941064"/>
            <a:ext cx="6400800" cy="402336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71600" y="3941064"/>
            <a:ext cx="91440" cy="40233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54480" y="3941064"/>
            <a:ext cx="61264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learning in AI, ML &amp; Generative AI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371600" y="4416552"/>
            <a:ext cx="6400800" cy="402336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71600" y="4416552"/>
            <a:ext cx="91440" cy="40233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54480" y="4416552"/>
            <a:ext cx="61264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Aspiring to build impactful AI-driven solutions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82880"/>
            <a:ext cx="1463040" cy="146304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Amit Sharma  |  B.Sc. Data Science &amp; AI  |  AAFT Noida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2004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34640" y="320040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TuteDude  •  GravEiens EDUservices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📩  </a:t>
            </a:r>
            <a:r>
              <a:rPr lang="en-US" sz="1300" dirty="0">
                <a:solidFill>
                  <a:srgbClr val="E0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amsharma2607@gmail.com</a:t>
            </a:r>
            <a:r>
              <a:rPr lang="en-US" sz="1300" dirty="0">
                <a:solidFill>
                  <a:srgbClr val="8A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1300" dirty="0">
                <a:solidFill>
                  <a:srgbClr val="E0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github.com/amit-sharma-ds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2854</Words>
  <Application>WPS Presentation</Application>
  <PresentationFormat>On-screen Show (16:9)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Internship – Mid Term Presentation</dc:title>
  <dc:creator>PptxGenJS</dc:creator>
  <dc:subject>PptxGenJS Presentation</dc:subject>
  <cp:lastModifiedBy>WPS_1761884266</cp:lastModifiedBy>
  <cp:revision>11</cp:revision>
  <dcterms:created xsi:type="dcterms:W3CDTF">2026-04-14T06:31:00Z</dcterms:created>
  <dcterms:modified xsi:type="dcterms:W3CDTF">2026-04-14T16:01:03Z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1C36B6353FA34E2C915B6625D64EF31B_12</vt:lpwstr>
  </property>
  <property fmtid="{D5CDD505-2E9C-101B-9397-08002B2CF9AE}" pid="3" name="KSOProductBuildVer">
    <vt:lpwstr>2057-12.2.0.23196</vt:lpwstr>
  </property>
</Properties>
</file>