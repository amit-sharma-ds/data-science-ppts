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61" r:id="rId4"/>
    <p:sldId id="277" r:id="rId5"/>
    <p:sldId id="260" r:id="rId6"/>
    <p:sldId id="257" r:id="rId7"/>
    <p:sldId id="259" r:id="rId8"/>
    <p:sldId id="258" r:id="rId9"/>
    <p:sldId id="268" r:id="rId10"/>
    <p:sldId id="266" r:id="rId11"/>
    <p:sldId id="267" r:id="rId12"/>
    <p:sldId id="269" r:id="rId13"/>
    <p:sldId id="270" r:id="rId14"/>
    <p:sldId id="271" r:id="rId15"/>
    <p:sldId id="272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48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4123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u="sng">
                <a:latin typeface="Broadway" panose="04040905080B02020502" charset="0"/>
                <a:cs typeface="Broadway" panose="04040905080B02020502" charset="0"/>
              </a:rPr>
              <a:t>Python provides several ways to manipulate files. Today, we will discuss how to handle files in Python.</a:t>
            </a:r>
            <a:endParaRPr lang="en-US" u="sng">
              <a:latin typeface="Broadway" panose="04040905080B02020502" charset="0"/>
              <a:cs typeface="Broadway" panose="04040905080B02020502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u="sng">
              <a:latin typeface="Broadway" panose="04040905080B02020502" charset="0"/>
              <a:cs typeface="Broadway" panose="04040905080B02020502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Opening a File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Before we can perform any operations on a file, we must first open it. Python provides the</a:t>
            </a:r>
            <a:r>
              <a:rPr lang="en-US">
                <a:solidFill>
                  <a:srgbClr val="00B0F0"/>
                </a:solidFill>
              </a:rPr>
              <a:t> open() function</a:t>
            </a:r>
            <a:r>
              <a:rPr lang="en-US"/>
              <a:t> to open a file. It takes two arguments: the name of the file and the mode in which the file should be opened. The mode can be 'r' for reading, 'w' for writing, or 'a' for appending.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Here's an example of how to open a file for reading: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'r')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olidFill>
                  <a:srgbClr val="00B0F0"/>
                </a:solidFill>
              </a:rPr>
              <a:t>By default</a:t>
            </a:r>
            <a:r>
              <a:rPr lang="en-US"/>
              <a:t>, the open() function returns a file object that can be used to read from or write to the file, depending on the mode.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4123055"/>
            <a:ext cx="12192000" cy="273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>
              <a:sym typeface="+mn-ea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Modes in file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There are various modes in which we can open files.</a:t>
            </a:r>
            <a:endParaRPr lang="en-US"/>
          </a:p>
          <a:p>
            <a:endParaRPr lang="en-US"/>
          </a:p>
          <a:p>
            <a:pPr indent="0">
              <a:buFont typeface="+mj-lt"/>
              <a:buNone/>
            </a:pPr>
            <a:r>
              <a:rPr lang="en-IN" altLang="en-US" b="1">
                <a:solidFill>
                  <a:srgbClr val="FF0000"/>
                </a:solidFill>
                <a:sym typeface="+mn-ea"/>
              </a:rPr>
              <a:t>1.   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read (r):</a:t>
            </a:r>
            <a:r>
              <a:rPr lang="en-US">
                <a:sym typeface="+mn-ea"/>
              </a:rPr>
              <a:t> This mode opens the file for reading only and gives an error if the file does not exist.</a:t>
            </a:r>
            <a:endParaRPr lang="en-US">
              <a:sym typeface="+mn-ea"/>
            </a:endParaRPr>
          </a:p>
          <a:p>
            <a:pPr indent="0">
              <a:buFont typeface="+mj-lt"/>
              <a:buNone/>
            </a:pPr>
            <a:r>
              <a:rPr lang="en-US">
                <a:sym typeface="+mn-ea"/>
              </a:rPr>
              <a:t> </a:t>
            </a:r>
            <a:r>
              <a:rPr lang="en-IN" altLang="en-US">
                <a:sym typeface="+mn-ea"/>
              </a:rPr>
              <a:t>                         </a:t>
            </a:r>
            <a:r>
              <a:rPr lang="en-US">
                <a:sym typeface="+mn-ea"/>
              </a:rPr>
              <a:t>This is the default mode if no mode is passed as a parameter.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>
                <a:solidFill>
                  <a:srgbClr val="FF0000"/>
                </a:solidFill>
                <a:sym typeface="+mn-ea"/>
              </a:rPr>
              <a:t>2.   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write (w):</a:t>
            </a:r>
            <a:r>
              <a:rPr lang="en-IN" altLang="en-US" b="1" u="sng">
                <a:solidFill>
                  <a:srgbClr val="FF0000"/>
                </a:solidFill>
                <a:sym typeface="+mn-ea"/>
              </a:rPr>
              <a:t> </a:t>
            </a:r>
            <a:r>
              <a:rPr lang="en-IN" altLang="en-US" b="1">
                <a:solidFill>
                  <a:srgbClr val="FF0000"/>
                </a:solidFill>
                <a:sym typeface="+mn-ea"/>
              </a:rPr>
              <a:t>   </a:t>
            </a:r>
            <a:r>
              <a:rPr lang="en-US">
                <a:sym typeface="+mn-ea"/>
              </a:rPr>
              <a:t>This mode opens the file for writing only and creates a new file if the file does not exist.</a:t>
            </a:r>
            <a:endParaRPr lang="en-US"/>
          </a:p>
          <a:p>
            <a:r>
              <a:rPr lang="en-IN" altLang="en-US" b="1">
                <a:solidFill>
                  <a:srgbClr val="FF0000"/>
                </a:solidFill>
                <a:sym typeface="+mn-ea"/>
              </a:rPr>
              <a:t>3.   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append (a):</a:t>
            </a:r>
            <a:r>
              <a:rPr lang="en-US">
                <a:sym typeface="+mn-ea"/>
              </a:rPr>
              <a:t> This mode opens the file for appending only and creates a new file if the file does not exist.</a:t>
            </a:r>
            <a:endParaRPr lang="en-US"/>
          </a:p>
          <a:p>
            <a:endParaRPr lang="en-US"/>
          </a:p>
          <a:p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2192635" cy="5785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>
                <a:solidFill>
                  <a:srgbClr val="FF0000"/>
                </a:solidFill>
                <a:sym typeface="+mn-ea"/>
              </a:rPr>
              <a:t>4.     </a:t>
            </a:r>
            <a:r>
              <a:rPr lang="en-US" b="1" u="sng">
                <a:solidFill>
                  <a:srgbClr val="FF0000"/>
                </a:solidFill>
                <a:sym typeface="+mn-ea"/>
              </a:rPr>
              <a:t>create (x): </a:t>
            </a:r>
            <a:r>
              <a:rPr lang="en-US">
                <a:sym typeface="+mn-ea"/>
              </a:rPr>
              <a:t>This mode creates a file and gives an</a:t>
            </a:r>
            <a:r>
              <a:rPr lang="en-US">
                <a:solidFill>
                  <a:srgbClr val="00B0F0"/>
                </a:solidFill>
                <a:sym typeface="+mn-ea"/>
              </a:rPr>
              <a:t> error if the file already exists.</a:t>
            </a:r>
            <a:endParaRPr lang="en-US">
              <a:sym typeface="+mn-ea"/>
            </a:endParaRPr>
          </a:p>
          <a:p>
            <a:endParaRPr lang="en-IN" altLang="en-US" b="1">
              <a:solidFill>
                <a:srgbClr val="FF0000"/>
              </a:solidFill>
            </a:endParaRPr>
          </a:p>
          <a:p>
            <a:r>
              <a:rPr lang="en-IN" altLang="en-US" b="1">
                <a:solidFill>
                  <a:srgbClr val="FF0000"/>
                </a:solidFill>
              </a:rPr>
              <a:t>5.</a:t>
            </a:r>
            <a:r>
              <a:rPr lang="en-IN" altLang="en-US"/>
              <a:t>     </a:t>
            </a:r>
            <a:r>
              <a:rPr lang="en-US" b="1" u="sng">
                <a:solidFill>
                  <a:srgbClr val="FF0000"/>
                </a:solidFill>
              </a:rPr>
              <a:t>text (t):</a:t>
            </a:r>
            <a:r>
              <a:rPr lang="en-US"/>
              <a:t> Apart from these modes we also need to specify how the file must be handled. t mode is used to handle text files. t refers to the text mode. There is no difference between r and rt or w and wt since text mode is the default. The default mode is 'r' (open for reading text, synonym of 'rt' ).</a:t>
            </a:r>
            <a:endParaRPr lang="en-US"/>
          </a:p>
          <a:p>
            <a:endParaRPr lang="en-IN" altLang="en-US" b="1">
              <a:solidFill>
                <a:srgbClr val="FF0000"/>
              </a:solidFill>
            </a:endParaRPr>
          </a:p>
          <a:p>
            <a:r>
              <a:rPr lang="en-IN" altLang="en-US" b="1">
                <a:solidFill>
                  <a:srgbClr val="FF0000"/>
                </a:solidFill>
              </a:rPr>
              <a:t>6.     </a:t>
            </a:r>
            <a:r>
              <a:rPr lang="en-US" b="1" u="sng">
                <a:solidFill>
                  <a:srgbClr val="FF0000"/>
                </a:solidFill>
              </a:rPr>
              <a:t>binary (b):</a:t>
            </a:r>
            <a:r>
              <a:rPr lang="en-US"/>
              <a:t> used to handle binary files (images, pdfs, etc).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sz="2800" b="1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Reading from a File</a:t>
            </a:r>
            <a:endParaRPr lang="en-US" sz="2800" b="1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Once we have a file object, we can use various methods to read from the file.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read() method reads the entire contents of the file and returns it as a string.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'r')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contents = f.read()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print(contents)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4677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Writing to a File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To write to a file, we first need to open it in write mode.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'w')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We can then use the write() method to write to the file.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'w')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f.write('Hello, world!')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Keep in mind that writing to a file will overwrite its contents. If you want to append to a file instead of overwriting it, you can open it in append mode.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'a')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f.write('Hello, world!')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2192000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Closing a File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It is </a:t>
            </a:r>
            <a:r>
              <a:rPr lang="en-US">
                <a:solidFill>
                  <a:srgbClr val="00B0F0"/>
                </a:solidFill>
              </a:rPr>
              <a:t>important to close a file after you are done</a:t>
            </a:r>
            <a:r>
              <a:rPr lang="en-US"/>
              <a:t> with it. This releases the resources used by the file and allows other programs to access it.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To close a file, you can use the close() method.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 = open('myfile.txt', 'r')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# ... do something with the file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f.close()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</a:t>
            </a:r>
            <a:r>
              <a:rPr lang="en-US">
                <a:solidFill>
                  <a:srgbClr val="00B0F0"/>
                </a:solidFill>
              </a:rPr>
              <a:t>'with'</a:t>
            </a:r>
            <a:r>
              <a:rPr lang="en-US"/>
              <a:t> statement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Alternatively, you can use the </a:t>
            </a:r>
            <a:r>
              <a:rPr lang="en-US">
                <a:solidFill>
                  <a:srgbClr val="00B0F0"/>
                </a:solidFill>
              </a:rPr>
              <a:t>with statement</a:t>
            </a:r>
            <a:r>
              <a:rPr lang="en-US"/>
              <a:t> to </a:t>
            </a:r>
            <a:r>
              <a:rPr lang="en-US">
                <a:solidFill>
                  <a:srgbClr val="00B0F0"/>
                </a:solidFill>
              </a:rPr>
              <a:t>automatically close the file</a:t>
            </a:r>
            <a:r>
              <a:rPr lang="en-US"/>
              <a:t> after you are done with it.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with open('myfile.txt', 'r') as f: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   # ... do something with the file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990215" y="385445"/>
            <a:ext cx="79959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6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READ READLINESS AND OTHER METHODS</a:t>
            </a:r>
            <a:endParaRPr lang="en-US" sz="66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3569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readlines() method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</a:t>
            </a:r>
            <a:r>
              <a:rPr lang="en-US">
                <a:solidFill>
                  <a:srgbClr val="00B0F0"/>
                </a:solidFill>
              </a:rPr>
              <a:t>readline()</a:t>
            </a:r>
            <a:r>
              <a:rPr lang="en-US"/>
              <a:t> method reads a single line from the file. If we want to read multiple lines, we can use a loop.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 = open('myfile.txt', 'r')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while True: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  line = f.readline()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  if not line: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      break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  print(line)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readlines() method reads all the lines of the file and returns them as a list of strings.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635" cy="7170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writelines() method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</a:t>
            </a:r>
            <a:r>
              <a:rPr lang="en-US">
                <a:solidFill>
                  <a:srgbClr val="00B0F0"/>
                </a:solidFill>
              </a:rPr>
              <a:t>writelines()</a:t>
            </a:r>
            <a:r>
              <a:rPr lang="en-US"/>
              <a:t> method in Python writes a sequence of strings to a file. The sequence can be any iterable object, such as a list or a tuple.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/>
              <a:t>Here's an </a:t>
            </a:r>
            <a:r>
              <a:rPr lang="en-US">
                <a:solidFill>
                  <a:srgbClr val="00B0F0"/>
                </a:solidFill>
              </a:rPr>
              <a:t>example</a:t>
            </a:r>
            <a:r>
              <a:rPr lang="en-US"/>
              <a:t> of how to use the writelines() method: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 = open('myfile.txt', 'w')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lines = ['line 1\n', 'line 2\n', 'line 3\n']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f.writelines(lines)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f.close()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This will write the strings in the lines list to the file myfile.txt. The </a:t>
            </a:r>
            <a:r>
              <a:rPr lang="en-US">
                <a:solidFill>
                  <a:srgbClr val="00B0F0"/>
                </a:solidFill>
              </a:rPr>
              <a:t>\n characters are used to add newline characters </a:t>
            </a:r>
            <a:r>
              <a:rPr lang="en-US"/>
              <a:t>to the end of each string.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Keep in mind that the </a:t>
            </a:r>
            <a:r>
              <a:rPr lang="en-US">
                <a:solidFill>
                  <a:srgbClr val="00B0F0"/>
                </a:solidFill>
              </a:rPr>
              <a:t>writelines() method does not add newline characters between the strings in the sequence</a:t>
            </a:r>
            <a:r>
              <a:rPr lang="en-US"/>
              <a:t>. If you want to add newlines between the strings, you can use a loop to write each string separately: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 = open('myfile.txt', 'w')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lines = ['line 1', 'line 2', 'line 3']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for line in lines: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  f.write(line + '\n')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f.close()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It is also a good practice to close the file after you are done with it.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Picture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4677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seek() and tell() functions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In Python, the </a:t>
            </a:r>
            <a:r>
              <a:rPr lang="en-US">
                <a:solidFill>
                  <a:srgbClr val="00B0F0"/>
                </a:solidFill>
              </a:rPr>
              <a:t>seek()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tell()</a:t>
            </a:r>
            <a:r>
              <a:rPr lang="en-US"/>
              <a:t> functions are used to work with file objects and their positions within a file. These functions are part of the built-in io module, which provides a consistent interface for reading and writing to various file-like objects, such as files, pipes, and in-memory buffers.</a:t>
            </a:r>
            <a:endParaRPr lang="en-US"/>
          </a:p>
          <a:p>
            <a:r>
              <a:rPr lang="en-US"/>
              <a:t>seek() function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seek() function allows you to </a:t>
            </a:r>
            <a:r>
              <a:rPr lang="en-US">
                <a:solidFill>
                  <a:srgbClr val="00B0F0"/>
                </a:solidFill>
              </a:rPr>
              <a:t>move the current position within a file to a specific point</a:t>
            </a:r>
            <a:r>
              <a:rPr lang="en-US"/>
              <a:t>. The position is specified in bytes, and you can move either forward or backward from the current position. For example: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with open('file.txt', 'r') as f: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# Move to the 10th byte in the file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f.seek(10)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# Read the next 5 bytes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data = f.read(5)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4123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tell() function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</a:t>
            </a:r>
            <a:r>
              <a:rPr lang="en-US">
                <a:solidFill>
                  <a:srgbClr val="00B0F0"/>
                </a:solidFill>
              </a:rPr>
              <a:t>tell()</a:t>
            </a:r>
            <a:r>
              <a:rPr lang="en-US"/>
              <a:t> function returns the current position within the file,</a:t>
            </a:r>
            <a:r>
              <a:rPr lang="en-US">
                <a:solidFill>
                  <a:srgbClr val="00B0F0"/>
                </a:solidFill>
              </a:rPr>
              <a:t> in bytes</a:t>
            </a:r>
            <a:r>
              <a:rPr lang="en-US"/>
              <a:t>. This can be useful for keeping track of your location within the file or for seeking to a specific position relative to the current position. For example: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with open('file.txt', 'r') as f: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# Read the first 10 bytes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data = f.read(10)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# Save the current position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current_position = f.tell()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# Seek to the saved position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f.seek(current_position)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635" cy="4123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truncate() function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When you open a file in Python using the open function, you can specify the mode in which you want to open the file. If you specify the mode as </a:t>
            </a:r>
            <a:r>
              <a:rPr lang="en-US">
                <a:solidFill>
                  <a:srgbClr val="00B0F0"/>
                </a:solidFill>
              </a:rPr>
              <a:t>'w</a:t>
            </a:r>
            <a:r>
              <a:rPr lang="en-US"/>
              <a:t>' or</a:t>
            </a:r>
            <a:r>
              <a:rPr lang="en-US">
                <a:solidFill>
                  <a:srgbClr val="00B0F0"/>
                </a:solidFill>
              </a:rPr>
              <a:t> 'a'</a:t>
            </a:r>
            <a:r>
              <a:rPr lang="en-US"/>
              <a:t>, the file is opened in write mode and you can write to the file. However, if you want to truncate the file to a specific size, you can use the truncate function.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/>
              <a:t>Here is an </a:t>
            </a:r>
            <a:r>
              <a:rPr lang="en-US">
                <a:solidFill>
                  <a:srgbClr val="00B0F0"/>
                </a:solidFill>
              </a:rPr>
              <a:t>example </a:t>
            </a:r>
            <a:r>
              <a:rPr lang="en-US"/>
              <a:t>of how to use the truncate function: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with open('sample.txt', 'w') as f: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f.write('Hello World!')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f.truncate(5)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with open('sample.txt', 'r') as f: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 print(f.read())</a:t>
            </a:r>
            <a:endParaRPr lang="en-US">
              <a:solidFill>
                <a:schemeClr val="accent5">
                  <a:lumMod val="40000"/>
                  <a:lumOff val="60000"/>
                </a:schemeClr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" name="Picture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5546</Words>
  <Application>WPS Presentation</Application>
  <PresentationFormat>Widescreen</PresentationFormat>
  <Paragraphs>154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Broadway</vt:lpstr>
      <vt:lpstr>Microsoft YaHei</vt:lpstr>
      <vt:lpstr>Arial Unicode MS</vt:lpstr>
      <vt:lpstr>Calibri Light</vt:lpstr>
      <vt:lpstr>Calibri</vt:lpstr>
      <vt:lpstr>Arial Black</vt:lpstr>
      <vt:lpstr>Office Theme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Rahul</dc:creator>
  <cp:lastModifiedBy>Rahul</cp:lastModifiedBy>
  <cp:revision>5</cp:revision>
  <dcterms:created xsi:type="dcterms:W3CDTF">2024-05-02T14:47:00Z</dcterms:created>
  <dcterms:modified xsi:type="dcterms:W3CDTF">2024-05-12T06:08:41Z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CE5BB7F757D741C9B32ACA4B8B15E031_11</vt:lpwstr>
  </property>
  <property fmtid="{D5CDD505-2E9C-101B-9397-08002B2CF9AE}" pid="3" name="KSOProductBuildVer">
    <vt:lpwstr>1033-12.2.0.16909</vt:lpwstr>
  </property>
</Properties>
</file>