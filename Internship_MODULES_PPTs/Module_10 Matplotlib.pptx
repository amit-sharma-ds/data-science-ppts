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Limelight"/>
      <p:regular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VFMbdFLJ6ifx+VWeTrVrelREP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font" Target="fonts/Lime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5"/>
            <a:ext cx="12191365" cy="6857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0" y="0"/>
            <a:ext cx="12192000" cy="2738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b="0" i="0" lang="en-US" sz="2800" u="sng" cap="none" strike="noStrike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What is Matplotlib?</a:t>
            </a:r>
            <a:endParaRPr b="0" i="0" sz="2800" u="sng" cap="none" strike="noStrike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 is a low level graph plotting library in python that serves as a visualization utility.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 was created by John D. Hunter.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 is open source and we can use it freely.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Matplotlib is mostly written in python, a few segments are written in C, Objective-C and Javascript for Platform compatibility.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010" y="3347720"/>
            <a:ext cx="2907030" cy="2906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5260" y="3637915"/>
            <a:ext cx="4221480" cy="2190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0" y="0"/>
            <a:ext cx="12192000" cy="4954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Installation of Matplotlib</a:t>
            </a:r>
            <a:endParaRPr sz="2800" u="sng">
              <a:solidFill>
                <a:srgbClr val="FF0000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have Python and PIP already installed on a system, then installation of Matplotlib is very easy.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 it using this command: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3C6E7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C:\Users\Your Name&gt;pip install matplotlib</a:t>
            </a:r>
            <a:endParaRPr sz="1800">
              <a:solidFill>
                <a:srgbClr val="B3C6E7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this command fails, then use a python distribution that already has Matplotlib installed,  like Anaconda, Spyder etc.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3C6E7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Import Matplotlib</a:t>
            </a:r>
            <a:endParaRPr sz="1800">
              <a:solidFill>
                <a:srgbClr val="B3C6E7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Matplotlib is installed, import it in your applications by adding the import module statement: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3C6E7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import matplotlib</a:t>
            </a:r>
            <a:endParaRPr sz="1800">
              <a:solidFill>
                <a:srgbClr val="B3C6E7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Matplotlib is imported and ready to use: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Checking Matplotlib Version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version string is stored under __version__ attribute.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0" y="5059045"/>
            <a:ext cx="6096000" cy="922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3C6E7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import matplotlib</a:t>
            </a:r>
            <a:endParaRPr sz="1800">
              <a:solidFill>
                <a:srgbClr val="B3C6E7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B3C6E7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B3C6E7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print(matplotlib.__version__)</a:t>
            </a:r>
            <a:endParaRPr sz="1800">
              <a:solidFill>
                <a:srgbClr val="B3C6E7"/>
              </a:solidFill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0" y="0"/>
            <a:ext cx="6440805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❑"/>
            </a:pPr>
            <a:r>
              <a:rPr lang="en-US" sz="2800" u="sng">
                <a:solidFill>
                  <a:srgbClr val="FF0000"/>
                </a:solidFill>
                <a:highlight>
                  <a:srgbClr val="000000"/>
                </a:highlight>
                <a:latin typeface="Limelight"/>
                <a:ea typeface="Limelight"/>
                <a:cs typeface="Limelight"/>
                <a:sym typeface="Limelight"/>
              </a:rPr>
              <a:t>Topics</a:t>
            </a:r>
            <a:endParaRPr sz="2800" u="sng">
              <a:solidFill>
                <a:srgbClr val="FF0000"/>
              </a:solidFill>
              <a:highlight>
                <a:srgbClr val="000000"/>
              </a:highlight>
              <a:latin typeface="Limelight"/>
              <a:ea typeface="Limelight"/>
              <a:cs typeface="Limelight"/>
              <a:sym typeface="Limelight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0" y="682625"/>
            <a:ext cx="4509770" cy="1753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Bar Plot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Scatter Plot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Pie Chart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Line Plot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Donut Chart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3D Plot</a:t>
            </a:r>
            <a:endParaRPr b="1"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757930"/>
            <a:ext cx="3291840" cy="30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7210" y="0"/>
            <a:ext cx="3712845" cy="2862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0690" y="0"/>
            <a:ext cx="3154045" cy="2741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22065" y="3799205"/>
            <a:ext cx="3362325" cy="3058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82380" y="0"/>
            <a:ext cx="3406140" cy="251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4615" y="3987165"/>
            <a:ext cx="3698875" cy="2682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2024-05-14T18:35:00Z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B31ADE1EBF194329A1263AE9BBD54B90_11</vt:lpwstr>
  </property>
  <property fmtid="{D5CDD505-2E9C-101B-9397-08002B2CF9AE}" pid="3" name="KSOProductBuildVer">
    <vt:lpwstr>1033-12.2.0.16909</vt:lpwstr>
  </property>
</Properties>
</file>