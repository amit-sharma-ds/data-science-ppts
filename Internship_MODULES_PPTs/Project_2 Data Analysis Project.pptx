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2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# 1. INTRODUCTION [ALGERIAN FOREST FIRES]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758825"/>
            <a:ext cx="1219263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</a:t>
            </a:r>
            <a:r>
              <a:rPr lang="en-US" b="1" u="sng"/>
              <a:t>Data Set Information:</a:t>
            </a:r>
            <a:endParaRPr lang="en-US" b="1" u="sng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The dataset includes 244 instances that regroup a data of two regions of Algeria, namely the Bejaia region located in the northeast of Algeriaand the Sidi Bel-abbes region located in the northwest of Algeria.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122 instances for each region.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The period from June 2012 to September 2012. The dataset includes 11 attributes and 1 output attribute (class). 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244 instances have been classifies into fires(138 classes) and not fire(106 classes) classes.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0" y="0"/>
            <a:ext cx="12192000" cy="3999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2. Exploratory Data Analysis (EDA):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Summarizes data characteristics.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Visualizes data for patterns and outliers.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Identifies relationships between variables.</a:t>
            </a:r>
            <a:endParaRPr lang="en-US"/>
          </a:p>
          <a:p>
            <a:endParaRPr lang="en-US"/>
          </a:p>
          <a:p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3. Feature Engineering: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Creates new features.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Transforms features for better modeling.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Selects relevant features.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Handles missing data.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Incorporates domain knowledge.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WPS Presentation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Broadway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Rahul</cp:lastModifiedBy>
  <cp:revision>2</cp:revision>
  <dcterms:created xsi:type="dcterms:W3CDTF">2024-05-13T10:10:00Z</dcterms:created>
  <dcterms:modified xsi:type="dcterms:W3CDTF">2024-05-15T06:51:17Z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9A926D39DDA945AA937637B35BED1106_11</vt:lpwstr>
  </property>
  <property fmtid="{D5CDD505-2E9C-101B-9397-08002B2CF9AE}" pid="3" name="KSOProductBuildVer">
    <vt:lpwstr>1033-12.2.0.16909</vt:lpwstr>
  </property>
</Properties>
</file>