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0" name="Picture 99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635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5025" y="6360795"/>
            <a:ext cx="2466975" cy="4972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857250"/>
            <a:ext cx="1219200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1. Initialization: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Pygame is initialized with pygame.init().</a:t>
            </a:r>
            <a:endParaRPr lang="en-US"/>
          </a:p>
          <a:p>
            <a:endParaRPr lang="en-US"/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2. Colors and Window Dimensions: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Colors are defined using RGB tuples.</a:t>
            </a:r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Window dimensions are set for the game window.</a:t>
            </a:r>
            <a:endParaRPr lang="en-US"/>
          </a:p>
          <a:p>
            <a:endParaRPr lang="en-US"/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3. Game Window: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The game window is created using pygame.display.set_mode().</a:t>
            </a:r>
            <a:endParaRPr lang="en-US"/>
          </a:p>
          <a:p>
            <a:pPr marL="457200" indent="-457200">
              <a:buFont typeface="Wingdings" panose="05000000000000000000" charset="0"/>
              <a:buChar char="q"/>
            </a:pP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4. Snake Properties: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/>
              <a:t>    snake_size and snake_speed define the size and speed of the snake respectively.</a:t>
            </a:r>
            <a:endParaRPr lang="en-US"/>
          </a:p>
          <a:p>
            <a:pPr marL="457200" indent="-457200">
              <a:buFont typeface="Wingdings" panose="05000000000000000000" charset="0"/>
              <a:buChar char="q"/>
            </a:pP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0" y="0"/>
            <a:ext cx="4282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3600" u="sng">
                <a:solidFill>
                  <a:srgbClr val="00B050"/>
                </a:solidFill>
                <a:highlight>
                  <a:srgbClr val="000000"/>
                </a:highlight>
                <a:latin typeface="Broadway" panose="04040905080B02020502" charset="0"/>
                <a:cs typeface="Broadway" panose="04040905080B02020502" charset="0"/>
              </a:rPr>
              <a:t>Code Logic</a:t>
            </a:r>
            <a:endParaRPr lang="en-US" sz="3600" u="sng">
              <a:solidFill>
                <a:srgbClr val="00B050"/>
              </a:solidFill>
              <a:highlight>
                <a:srgbClr val="000000"/>
              </a:highlight>
              <a:latin typeface="Broadway" panose="04040905080B02020502" charset="0"/>
              <a:cs typeface="Broadway" panose="04040905080B0202050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0" y="765175"/>
            <a:ext cx="12192000" cy="58159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highlight>
                  <a:srgbClr val="000000"/>
                </a:highlight>
              </a:rPr>
              <a:t>    </a:t>
            </a:r>
            <a:endParaRPr lang="en-US">
              <a:highlight>
                <a:srgbClr val="000000"/>
              </a:highlight>
            </a:endParaRPr>
          </a:p>
          <a:p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6.  Function Definitions: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render_score(): Renders the current score on the screen.</a:t>
            </a:r>
            <a:endParaRPr lang="en-US"/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draw_snake(): Draws the snake on the screen.</a:t>
            </a:r>
            <a:endParaRPr lang="en-US"/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display_message(): Displays messages on the screen.</a:t>
            </a:r>
            <a:endParaRPr lang="en-US"/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game_loop(): The main game loop that controls the game logic.</a:t>
            </a:r>
            <a:endParaRPr lang="en-US"/>
          </a:p>
          <a:p>
            <a:endParaRPr lang="en-US"/>
          </a:p>
          <a:p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7.  Main Game Loop:</a:t>
            </a:r>
            <a:endParaRPr lang="en-US" sz="2800" u="sng">
              <a:solidFill>
                <a:srgbClr val="FF0000"/>
              </a:solidFill>
              <a:highlight>
                <a:srgbClr val="000000"/>
              </a:highlight>
              <a:latin typeface="Broadway" panose="04040905080B02020502" charset="0"/>
              <a:cs typeface="Broadway" panose="04040905080B02020502" charset="0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This loop runs until the game is over.</a:t>
            </a:r>
            <a:endParaRPr lang="en-US"/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It handles events such as key presses and window close events.</a:t>
            </a:r>
            <a:endParaRPr lang="en-US"/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It updates the snake's position, checks for collisions, and draws everything on the screen.</a:t>
            </a:r>
            <a:endParaRPr lang="en-US"/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The frame rate is controlled with pygame.time.Clock().tick().</a:t>
            </a:r>
            <a:endParaRPr lang="en-US"/>
          </a:p>
          <a:p>
            <a:endParaRPr lang="en-US"/>
          </a:p>
          <a:p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</a:rPr>
              <a:t>8.   Game Over Handling: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The game loop ends when game_over becomes True.</a:t>
            </a:r>
            <a:endParaRPr lang="en-US"/>
          </a:p>
          <a:p>
            <a:pPr marL="742950" lvl="1" indent="-285750">
              <a:buFont typeface="Wingdings" panose="05000000000000000000" charset="0"/>
              <a:buChar char="Ø"/>
            </a:pPr>
            <a:r>
              <a:rPr lang="en-US"/>
              <a:t>        Pygame is quit and the program exits when the game is over.</a:t>
            </a:r>
            <a:endParaRPr lang="en-US"/>
          </a:p>
          <a:p>
            <a:endParaRPr lang="en-US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/>
              <a:t>This code sets up a simple Snake game where the player controls the snake to eat food and grow in size while avoiding collisions with the boundaries or itself.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69215" y="154940"/>
            <a:ext cx="6096000" cy="798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>
              <a:buFont typeface="Wingdings" panose="05000000000000000000" charset="0"/>
              <a:buChar char="q"/>
            </a:pPr>
            <a:r>
              <a:rPr lang="en-US" sz="2800" u="sng">
                <a:solidFill>
                  <a:srgbClr val="FF0000"/>
                </a:solidFill>
                <a:latin typeface="Broadway" panose="04040905080B02020502" charset="0"/>
                <a:cs typeface="Broadway" panose="04040905080B02020502" charset="0"/>
                <a:sym typeface="+mn-ea"/>
              </a:rPr>
              <a:t>5. Fonts:</a:t>
            </a:r>
            <a:endParaRPr lang="en-US" sz="2800" u="sng">
              <a:solidFill>
                <a:srgbClr val="FF0000"/>
              </a:solidFill>
              <a:latin typeface="Broadway" panose="04040905080B02020502" charset="0"/>
              <a:cs typeface="Broadway" panose="04040905080B02020502" charset="0"/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>
                <a:sym typeface="+mn-ea"/>
              </a:rPr>
              <a:t>        Fonts are defined for rendering text on the screen.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6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1325</Words>
  <Application>WPS Presentation</Application>
  <PresentationFormat>Widescreen</PresentationFormat>
  <Paragraphs>43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Broadway</vt:lpstr>
      <vt:lpstr>Adobe Gothic Std B</vt:lpstr>
      <vt:lpstr>Arial Black</vt:lpstr>
      <vt:lpstr>Algerian</vt:lpstr>
      <vt:lpstr>Bauhaus 93</vt:lpstr>
      <vt:lpstr>Bodoni MT Black</vt:lpstr>
      <vt:lpstr>Bodoni MT</vt:lpstr>
      <vt:lpstr>Blackadder ITC</vt:lpstr>
      <vt:lpstr>Blackoak Std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Rahul</cp:lastModifiedBy>
  <cp:revision>2</cp:revision>
  <dcterms:created xsi:type="dcterms:W3CDTF">2024-05-13T09:31:04Z</dcterms:created>
  <dcterms:modified xsi:type="dcterms:W3CDTF">2024-05-13T09:36:50Z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4C6C71BCE6C94764BC4E4D5DE7ACB97A_11</vt:lpwstr>
  </property>
  <property fmtid="{D5CDD505-2E9C-101B-9397-08002B2CF9AE}" pid="3" name="KSOProductBuildVer">
    <vt:lpwstr>1033-12.2.0.16909</vt:lpwstr>
  </property>
</Properties>
</file>