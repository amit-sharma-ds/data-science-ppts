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Limelight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jCHTwCsRCxx7421dQXewLuTi+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imelight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372be3d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27372be3d1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940" y="-635"/>
            <a:ext cx="12219305" cy="6858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255" y="-635"/>
            <a:ext cx="1216596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0" y="0"/>
            <a:ext cx="11553825" cy="5785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b="0" i="0" lang="en-US" sz="2800" u="sng" cap="none" strike="noStrike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Python Lists</a:t>
            </a:r>
            <a:endParaRPr b="0" i="0" sz="2800" u="sng" cap="none" strike="noStrike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Lists are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ordered collection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data items.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They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store multiple items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 single variable.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List items are separated by commas and enclosed within square brackets [].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Lists are changeable meaning we can alter them after creation.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1: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lst1 = [1,2,2,3,5,4,6]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lst2 = ["Red", "Green", "Blue"]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print(lst1)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print(lst2)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[1, 2, 2, 3, 5, 4, 6]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['Red', 'Green', 'Blue']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5139055" y="2320290"/>
            <a:ext cx="6096000" cy="3138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2: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details = ["Abhijeet", 18, "FYBScIT", 9.8]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print(details)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['Abhijeet', 18, 'FYBScIT', 9.8]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can see, a single list can contain items of different data types.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372be3d16_0_0"/>
          <p:cNvSpPr txBox="1"/>
          <p:nvPr/>
        </p:nvSpPr>
        <p:spPr>
          <a:xfrm>
            <a:off x="0" y="0"/>
            <a:ext cx="115539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b="0" i="0" lang="en-US" sz="2800" u="sng" cap="none" strike="noStrike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Python Lists</a:t>
            </a:r>
            <a:endParaRPr b="0" i="0" sz="2800" u="sng" cap="none" strike="noStrike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Lists are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ordered collection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data items.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They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store multiple items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 single variable.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List items are separated by commas and enclosed within square brackets [].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Lists are changeable meaning we can alter them after creation.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1: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lst1 = [1,2,2,3,5,4,6]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lst2 = ["Red", "Green", "Blue"]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print(lst1)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print(lst2)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[1, 2, 2, 3, 5, 4, 6]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['Red', 'Green', 'Blue']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27372be3d16_0_0"/>
          <p:cNvSpPr txBox="1"/>
          <p:nvPr/>
        </p:nvSpPr>
        <p:spPr>
          <a:xfrm>
            <a:off x="5139055" y="2320290"/>
            <a:ext cx="6096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2: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details = ["Abhijeet", 18, "FYBScIT", 9.8]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print(details)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['Abhijeet', 18, 'FYBScIT', 9.8]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can see, a single list can contain items of different data types.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0" y="0"/>
            <a:ext cx="12192000" cy="3014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List Index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item/element in a list has its own unique index. This index can be used to access any particular item from the list. The first item has index [0], second item has index [1], third item has index [2] and so 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["Red", "Green", "Blue", "Yellow", "Green"]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#          [0]      [1]     [2]      [3]      [4]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0" y="2488565"/>
            <a:ext cx="12192000" cy="48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79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Accessing list items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access list items by using its index with the square bracket syntax []. For example colors[0] will give "Red", colors[1] will give "Green" and so on...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Indexing: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["Red", "Green", "Blue", "Yellow", "Green"]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#          [0]      [1]     [2]      [3]      [4]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print(colors[2])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print(colors[4])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print(colors[0])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5323840" y="4981575"/>
            <a:ext cx="60960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Blue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Green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Red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0" y="0"/>
            <a:ext cx="12191365" cy="5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Negative Indexing: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to positive indexing, negative indexing is also used to access items, but from the end of the list. The last item has index [-1], second last item has index [-2], third last item has index [-3] and so 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["Red", "Green", "Blue", "Yellow", "Green"]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#          [-5]    [-4]    [-3]     [-2]      [-1]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print(colors[-1])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print(colors[-3])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print(colors[-5])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Green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Blue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Red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/>
        </p:nvSpPr>
        <p:spPr>
          <a:xfrm>
            <a:off x="0" y="0"/>
            <a:ext cx="12192000" cy="6339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Range of Index: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print a range of list items by specifying where you want to start, where do you want to end and if you want to skip elements in between the range.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listName[start : end : jumpIndex]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printing elements within a particular range: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animals = ["cat", "dog", "bat", "mouse", "pig", "horse", "donkey", "goat", "cow"]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print(animals[3:7])	#using positive indexes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print(animals[-7:-2])	#using negative indexes'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['mouse', 'pig', 'horse', 'donkey']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['bat', 'mouse', 'pig', 'horse', 'donkey']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we provide index of the element from where we want to start and the index of the element till which we want to print the values.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0" y="676910"/>
            <a:ext cx="6096000" cy="5107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 list.sort()</a:t>
            </a:r>
            <a:endParaRPr b="1" sz="20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method sorts the list in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ascending order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 original list is updated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1: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["voilet", "indigo", "blue", "green"]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colors.sort()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num = [4,2,5,3,6,1,2,1,2,8,9,7]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num.sort()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print(num)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['blue', 'green', 'indigo', 'voilet']\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[1, 1, 2, 2, 2, 3, 4, 5, 6, 7, 8, 9]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6004560" y="676910"/>
            <a:ext cx="6096000" cy="5107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2.reverse=True</a:t>
            </a:r>
            <a:endParaRPr b="1" sz="20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What if you want to print the list in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descending order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must give reverse=True as a parameter in the sort method.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["voilet", "indigo", "blue", "green"]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colors.sort(reverse=True)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num = [4,2,5,3,6,1,2,1,2,8,9,7]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num.sort(reverse=True)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print(num)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['voilet', 'indigo', 'green', 'blue']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[9, 8, 7, 6, 5, 4, 3, 2, 2, 2, 1, 1]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0" y="0"/>
            <a:ext cx="5434965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LIST METHODS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/>
        </p:nvSpPr>
        <p:spPr>
          <a:xfrm>
            <a:off x="0" y="0"/>
            <a:ext cx="6096000" cy="48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reverse()</a:t>
            </a:r>
            <a:endParaRPr b="1" sz="20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method reverses the order of the list.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["voilet", "indigo", "blue", "green"]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colors.reverse()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num = [4,2,5,3,6,1,2,1,2,8,9,7]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num.reverse()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print(num)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['green', 'blue', 'indigo', 'voilet']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[7, 9, 8, 2, 1, 2, 1, 6, 3, 5, 2, 4]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6096000" y="0"/>
            <a:ext cx="6096000" cy="2338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 index()</a:t>
            </a:r>
            <a:endParaRPr b="1" sz="20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method returns the index of the first occurrence of the list item.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["voilet", "green", "indigo", "blue", "green"]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print(colors.index("green"))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6107430" y="2506980"/>
            <a:ext cx="6096000" cy="64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6096000" y="3589020"/>
            <a:ext cx="6096000" cy="2338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 count()</a:t>
            </a:r>
            <a:endParaRPr b="1" sz="20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the count of the number of items with the given value.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["voilet", "green", "indigo", "blue", "green"]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print(colors.count("green"))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6096000" y="5927090"/>
            <a:ext cx="6096000" cy="64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/>
        </p:nvSpPr>
        <p:spPr>
          <a:xfrm>
            <a:off x="0" y="0"/>
            <a:ext cx="6096000" cy="3169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 append():</a:t>
            </a:r>
            <a:endParaRPr b="1" sz="20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method appends items to the end of the existing list.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["voilet", "indigo", "blue"]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colors.append("green")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['voilet', 'indigo', 'blue', 'green']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6096000" y="0"/>
            <a:ext cx="6096000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 extend():</a:t>
            </a:r>
            <a:endParaRPr b="1" sz="20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method adds an entire list or any other collection datatype (set, tuple, dictionary) to the existing list.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1: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#add a list to a list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["voilet", "indigo", "blue"]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rainbow = ["green", "yellow", "orange", "red"]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colors.extend(rainbow)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['voilet', 'indigo', 'blue', 'green', 'yellow', 'orange', 'red']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0" y="3719830"/>
            <a:ext cx="6096000" cy="34461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 insert():</a:t>
            </a:r>
            <a:endParaRPr b="1" sz="20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method inserts an item at the given index.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 = ["voilet", "indigo", "blue"]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colors.insert(1, "green")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print(colors)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['voilet', 'green', 'indigo', 'blue']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365" cy="6855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/>
        </p:nvSpPr>
        <p:spPr>
          <a:xfrm>
            <a:off x="0" y="0"/>
            <a:ext cx="6096000" cy="2461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Python Tuples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5142865" y="1727835"/>
            <a:ext cx="6096000" cy="2306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2: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details = ("Abhijeet", 18, "FYBScIT", 9.8)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print(details)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('Abhijeet', 18, 'FYBScIT', 9.8)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0" y="553720"/>
            <a:ext cx="121920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Tuples are ordered collection of data items. They store multiple items in a single variable. Tuple items are separated by commas and enclosed within round brackets ().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Tuples are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unchangeable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meaning we can not alter them after creation.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0" y="1727835"/>
            <a:ext cx="6096000" cy="3138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1: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tuple1 = (1,2,2,3,5,4,6)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tuple2 = ("Red", "Green", "Blue")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print(tuple1)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print(tuple2)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(1, 2, 2, 3, 5, 4, 6)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('Red', 'Green', 'Blue')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0" y="4034790"/>
            <a:ext cx="1219263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/>
        </p:nvSpPr>
        <p:spPr>
          <a:xfrm>
            <a:off x="0" y="0"/>
            <a:ext cx="6096000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Accessing tuple items: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-1079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sp>
        <p:nvSpPr>
          <p:cNvPr id="167" name="Google Shape;167;p12"/>
          <p:cNvSpPr txBox="1"/>
          <p:nvPr/>
        </p:nvSpPr>
        <p:spPr>
          <a:xfrm>
            <a:off x="6096000" y="890270"/>
            <a:ext cx="6096000" cy="535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Negative Indexing: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to positive indexing, negative indexing is also used to access items, but from the end of the tuple. The last item has index [-1], second last item has index [-2], third last item has index [-3] and so 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country = ("Spain", "Italy", "India", "England", "Germany")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#            [0]      [1]      [2]       [3]        [4]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print(country[-1]) # Similar to print(country[len(country) - 1])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print(country[-3])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print(country[-4])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Germany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India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Italy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0" y="890270"/>
            <a:ext cx="6096000" cy="5077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Positive Indexing: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have seen that tuple items have index, as such we can access items using these indexes.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country = ("Spain", "Italy", "India",)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#            [0]      [1]      [2]     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print(country[0])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print(country[1])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print(country[2])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Spain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Italy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India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/>
        </p:nvSpPr>
        <p:spPr>
          <a:xfrm>
            <a:off x="0" y="0"/>
            <a:ext cx="6096000" cy="4246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III. Check for item: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check if a given item is present in the tuple. This is done using the in keyword.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1: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country = ("Spain", "Italy", "India", "England", "Germany")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if "Germany" in country: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    print("Germany is present.")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else: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    print("Germany is absent.")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Germany is present.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6096000" y="0"/>
            <a:ext cx="6096000" cy="4799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IV. Range of Index: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⮚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Tuple[start : end : jumpIndex]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jump Index is optional. We will see this in given examples.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Printing elements within a particular range: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animals = ("cat", "dog", "bat", "mouse", "pig", "horse", "donkey", "goat", "cow")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print(animals[3:7])     #using positive indexes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print(animals[-7:-2])   #using negative indexes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('mouse', 'pig', 'horse', 'donkey')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('bat', 'mouse', 'pig', 'horse', 'donkey')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5175" cy="6857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/>
        </p:nvSpPr>
        <p:spPr>
          <a:xfrm>
            <a:off x="0" y="0"/>
            <a:ext cx="12096115" cy="7047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Python Dictionaries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Dictionaries are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ordered collection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data items. They store multiple items in a single variable. Dictionary items are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key-value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pairs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are separated by commas and enclosed within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curly brackets {}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 = {'name':'Karan', 'age':19, 'eligible':True}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print(info)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{'name': 'Karan', 'age': 19, 'eligible': True}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Accessing Dictionary items: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 in a dictionary can be accessed using keys. We can access dictionary values by mentioning keys either in square brackets or by using get method.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 = {'name':'Karan', 'age':19, 'eligible':True}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print(info['name'])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print(info.get('eligible'))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4754880" y="5535295"/>
            <a:ext cx="6096000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Karan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True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/>
        </p:nvSpPr>
        <p:spPr>
          <a:xfrm>
            <a:off x="0" y="0"/>
            <a:ext cx="12192000" cy="5507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Dictionary Methods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 uses several built-in methods for manipulation.They are listed below update()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update() method updates the value of the key provided to it if the item already exists in the dictionary, else it creates a new key-value pair.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❖"/>
            </a:pP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 = {'name':'Karan', 'age':19, 'eligible':True}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print(info)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info.update({'age':20})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info.update({'DOB':2001})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print(info)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{'name': 'Karan', 'age': 19, 'eligible': True}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{'name': 'Karan', 'age': 20, 'eligible': True, 'DOB': 2001}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/>
        </p:nvSpPr>
        <p:spPr>
          <a:xfrm>
            <a:off x="0" y="521970"/>
            <a:ext cx="6096000" cy="3415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1. clear():</a:t>
            </a:r>
            <a:endParaRPr b="1"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clear() method removes all the items from the list.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 = {'name':'Karan', 'age':19, 'eligible':True}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info.clear()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print(info)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{}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6342380" y="711200"/>
            <a:ext cx="5910580" cy="369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3. pop():</a:t>
            </a:r>
            <a:endParaRPr b="1"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pop() method removes the key-value pair whose key is passed as a parameter.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 = {'name':'Karan', 'age':19, 'eligible':True}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info.pop('eligible')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print(info)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{'name': 'Karan', 'age': 19}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0" y="4080510"/>
            <a:ext cx="6096000" cy="258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2. del:</a:t>
            </a:r>
            <a:endParaRPr b="1" sz="1800" u="sng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info = {'name':'Karan', 'age':19, 'eligible':True, 'DOB':2003}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del info['age']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print(info)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rgbClr val="00B0F0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{'name': 'Karan', 'eligible': True, 'DOB': 2003}</a:t>
            </a:r>
            <a:endParaRPr sz="18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0" y="0"/>
            <a:ext cx="8991600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Removing items from dictionary: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"/>
            <a:ext cx="12192000" cy="6857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2024-05-01T18:08:00Z</dcterms:created>
  <dc:creator>Rahul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23C1AF004F76461E84554B53F07A9798_13</vt:lpwstr>
  </property>
  <property fmtid="{D5CDD505-2E9C-101B-9397-08002B2CF9AE}" pid="3" name="KSOProductBuildVer">
    <vt:lpwstr>1033-12.2.0.16909</vt:lpwstr>
  </property>
</Properties>
</file>