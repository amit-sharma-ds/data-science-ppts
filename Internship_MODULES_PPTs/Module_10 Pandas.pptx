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9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1755" y="0"/>
            <a:ext cx="1212024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" y="732790"/>
            <a:ext cx="121926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Pandas is a Python library for data manipulation and analysis, offering powerful data structures like Series and DataFrame along with tools for cleaning, preparation, analysis, and integration with other data analysis libraries.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2160270"/>
            <a:ext cx="121932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Efficient Data Handling:</a:t>
            </a:r>
            <a:r>
              <a:rPr lang="en-US">
                <a:sym typeface="+mn-ea"/>
              </a:rPr>
              <a:t> Pandas provides efficient data structures like Series and DataFrame for handling structured data, making it easier to work with large datasets.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Data Cleaning and Preparation:</a:t>
            </a:r>
            <a:r>
              <a:rPr lang="en-US">
                <a:sym typeface="+mn-ea"/>
              </a:rPr>
              <a:t> Offers functions and methods for cleaning, transforming, and preparing data, including handling missing values and reshaping datasets.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Data Analysis:</a:t>
            </a:r>
            <a:r>
              <a:rPr lang="en-US">
                <a:sym typeface="+mn-ea"/>
              </a:rPr>
              <a:t> Facilitates exploratory data analysis by providing methods for grouping, aggregating, sorting, and filtering data, enabling insights into data patterns and trends.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Time Series Analysis:</a:t>
            </a:r>
            <a:r>
              <a:rPr lang="en-US">
                <a:sym typeface="+mn-ea"/>
              </a:rPr>
              <a:t> Supports time series data analysis with specialized functionalities for date/time indexing, resampling, and time zone handling.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Data Import and Export:</a:t>
            </a:r>
            <a:r>
              <a:rPr lang="en-US">
                <a:sym typeface="+mn-ea"/>
              </a:rPr>
              <a:t> Allows seamless reading and writing of data from various file formats like CSV, Excel, JSON, and SQL databases, facilitating data integration from different sources.</a:t>
            </a:r>
            <a:endParaRPr lang="en-US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0"/>
            <a:ext cx="3510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IN" alt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Pandas</a:t>
            </a:r>
            <a:endParaRPr lang="en-IN" alt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35" y="1588770"/>
            <a:ext cx="667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IN" alt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Importance of Pandas</a:t>
            </a:r>
            <a:endParaRPr lang="en-IN" alt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Integration with Other Libraries:</a:t>
            </a:r>
            <a:r>
              <a:rPr lang="en-US">
                <a:sym typeface="+mn-ea"/>
              </a:rPr>
              <a:t> Integrates well with other Python libraries such as NumPy, SciPy, and Matplotlib, enabling a comprehensive data analysis ecosystem.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High Performance:</a:t>
            </a:r>
            <a:r>
              <a:rPr lang="en-US">
                <a:sym typeface="+mn-ea"/>
              </a:rPr>
              <a:t> Optimized for performance, making it suitable for handling large datasets efficiently, enhancing productivity in data processing tasks.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Wide Adoption:</a:t>
            </a:r>
            <a:r>
              <a:rPr lang="en-US">
                <a:sym typeface="+mn-ea"/>
              </a:rPr>
              <a:t> Widely used in industry and academia for data analysis, making it a valuable tool for data scientists, analysts, and researchers.</a:t>
            </a:r>
            <a:endParaRPr lang="en-US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4166235"/>
            <a:ext cx="121926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</a:t>
            </a:r>
            <a:r>
              <a:rPr lang="en-US" b="1" u="sng">
                <a:solidFill>
                  <a:srgbClr val="FF0000"/>
                </a:solidFill>
              </a:rPr>
              <a:t>Series:</a:t>
            </a:r>
            <a:r>
              <a:rPr lang="en-US"/>
              <a:t> One-dimensional labeled array.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</a:t>
            </a:r>
            <a:r>
              <a:rPr lang="en-US" b="1" u="sng">
                <a:solidFill>
                  <a:srgbClr val="FF0000"/>
                </a:solidFill>
              </a:rPr>
              <a:t>DataFrame:</a:t>
            </a:r>
            <a:r>
              <a:rPr lang="en-US"/>
              <a:t> Two-dimensional labeled data structure with columns of potentially different types.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</a:t>
            </a:r>
            <a:r>
              <a:rPr lang="en-US" b="1" u="sng">
                <a:solidFill>
                  <a:srgbClr val="FF0000"/>
                </a:solidFill>
              </a:rPr>
              <a:t>Panel:</a:t>
            </a:r>
            <a:r>
              <a:rPr lang="en-US"/>
              <a:t> Three-dimensional data structure, container for DataFrame objects.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0" y="3168015"/>
            <a:ext cx="6481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IN" alt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Pandas Data Structures</a:t>
            </a:r>
            <a:endParaRPr lang="en-IN" alt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" name="Picture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WPS Presentation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Broadway</vt:lpstr>
      <vt:lpstr>Wingdings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Rahul</dc:creator>
  <cp:lastModifiedBy>Rahul</cp:lastModifiedBy>
  <cp:revision>2</cp:revision>
  <dcterms:created xsi:type="dcterms:W3CDTF">2024-05-14T19:10:00Z</dcterms:created>
  <dcterms:modified xsi:type="dcterms:W3CDTF">2024-05-15T03:12:49Z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C176DC443E784C16B9606B74C1D7AAF0_11</vt:lpwstr>
  </property>
  <property fmtid="{D5CDD505-2E9C-101B-9397-08002B2CF9AE}" pid="3" name="KSOProductBuildVer">
    <vt:lpwstr>1033-12.2.0.16909</vt:lpwstr>
  </property>
</Properties>
</file>