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60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21590"/>
            <a:ext cx="12230100" cy="6835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NumPy is a Python library for numerical computing that facilitates efficient operations on arrays and matrices.</a:t>
            </a:r>
            <a:endParaRPr lang="en-US"/>
          </a:p>
        </p:txBody>
      </p:sp>
      <p:pic>
        <p:nvPicPr>
          <p:cNvPr id="103" name="Picture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4445" y="1173480"/>
            <a:ext cx="12187555" cy="56845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5836285" cy="62890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/>
              <a:t>Advantages of NumPy:</a:t>
            </a:r>
            <a:endParaRPr lang="en-US"/>
          </a:p>
          <a:p>
            <a:endParaRPr lang="en-US"/>
          </a:p>
          <a:p>
            <a:r>
              <a:rPr lang="en-US"/>
              <a:t>    Efficiency: NumPy arrays are highly memory efficient and provide fast numerical computations due to their implementation in C.</a:t>
            </a:r>
            <a:endParaRPr lang="en-US"/>
          </a:p>
          <a:p>
            <a:endParaRPr lang="en-US"/>
          </a:p>
          <a:p>
            <a:r>
              <a:rPr lang="en-US"/>
              <a:t>    Functionality: NumPy offers a wide range of mathematical functions and operations optimized for arrays, making it ideal for scientific computing and data analysis tasks.</a:t>
            </a:r>
            <a:endParaRPr lang="en-US"/>
          </a:p>
          <a:p>
            <a:endParaRPr lang="en-US"/>
          </a:p>
          <a:p>
            <a:r>
              <a:rPr lang="en-US"/>
              <a:t>    Broadcasting: NumPy's broadcasting feature allows for efficient element-wise operations on arrays with different shapes, reducing the need for explicit looping.</a:t>
            </a:r>
            <a:endParaRPr lang="en-US"/>
          </a:p>
          <a:p>
            <a:endParaRPr lang="en-US"/>
          </a:p>
          <a:p>
            <a:r>
              <a:rPr lang="en-US"/>
              <a:t>    Integration: NumPy seamlessly integrates with other scientific computing libraries like SciPy, pandas, and scikit-learn, enhancing its capabilities for various applications.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096000" y="0"/>
            <a:ext cx="609600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Disadvantages of NumPy:</a:t>
            </a:r>
            <a:endParaRPr lang="en-US"/>
          </a:p>
          <a:p>
            <a:endParaRPr lang="en-US"/>
          </a:p>
          <a:p>
            <a:r>
              <a:rPr lang="en-US">
                <a:sym typeface="+mn-ea"/>
              </a:rPr>
              <a:t>    Learning Curve: NumPy can have a steep learning curve for beginners due to its array-oriented programming paradigm and specialized functions.</a:t>
            </a:r>
            <a:endParaRPr lang="en-US"/>
          </a:p>
          <a:p>
            <a:endParaRPr lang="en-US"/>
          </a:p>
          <a:p>
            <a:r>
              <a:rPr lang="en-US">
                <a:sym typeface="+mn-ea"/>
              </a:rPr>
              <a:t>    Homogeneity: NumPy arrays are homogeneous, meaning they can only contain elements of the same data type, which may be limiting for certain applications.</a:t>
            </a:r>
            <a:endParaRPr lang="en-US"/>
          </a:p>
          <a:p>
            <a:endParaRPr lang="en-US"/>
          </a:p>
          <a:p>
            <a:r>
              <a:rPr lang="en-US">
                <a:sym typeface="+mn-ea"/>
              </a:rPr>
              <a:t>    Overhead: NumPy arrays have some overhead associated with them, especially for small datasets, compared to Python lists, which can impact performance in certain cases.</a:t>
            </a:r>
            <a:endParaRPr lang="en-US"/>
          </a:p>
          <a:p>
            <a:endParaRPr lang="en-US"/>
          </a:p>
          <a:p>
            <a:r>
              <a:rPr lang="en-US">
                <a:sym typeface="+mn-ea"/>
              </a:rPr>
              <a:t>    Limited Flexibility: NumPy arrays have a fixed size once created and do not support dynamic resizing, which may be a limitation in some scenarios requiring dynamic data structures.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5" name="Picture 10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1454</Words>
  <Application>WPS Presentation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Rahul</dc:creator>
  <cp:lastModifiedBy>Rahul</cp:lastModifiedBy>
  <cp:revision>1</cp:revision>
  <dcterms:created xsi:type="dcterms:W3CDTF">2024-05-14T18:58:24Z</dcterms:created>
  <dcterms:modified xsi:type="dcterms:W3CDTF">2024-05-14T18:58:24Z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7E638DB49D654F91BFC76EFDF4570E3E_11</vt:lpwstr>
  </property>
  <property fmtid="{D5CDD505-2E9C-101B-9397-08002B2CF9AE}" pid="3" name="KSOProductBuildVer">
    <vt:lpwstr>1033-12.2.0.16909</vt:lpwstr>
  </property>
</Properties>
</file>